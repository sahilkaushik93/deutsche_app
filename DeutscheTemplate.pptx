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3" r:id="rId2"/>
    <p:sldId id="256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THE KNOWHERE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A3D48-D09C-4A2F-8B66-40CACDF2A1ED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THE KNOWHERE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6EA03-66FD-45F8-8748-AD2AA5F6A0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6407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THE KNOWHERE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DE30C-0EA8-41F7-BFCA-A2B90B2EE23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THE KNOWHERE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1A855-2E58-42D8-82BD-22FB497E6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151643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IN"/>
              <a:t>THE KNOWHERE</a:t>
            </a:r>
          </a:p>
        </p:txBody>
      </p:sp>
    </p:spTree>
    <p:extLst>
      <p:ext uri="{BB962C8B-B14F-4D97-AF65-F5344CB8AC3E}">
        <p14:creationId xmlns:p14="http://schemas.microsoft.com/office/powerpoint/2010/main" val="372288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IN"/>
              <a:t>THE KNOWHERE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</a:t>
            </a:r>
          </a:p>
        </p:txBody>
      </p:sp>
    </p:spTree>
    <p:extLst>
      <p:ext uri="{BB962C8B-B14F-4D97-AF65-F5344CB8AC3E}">
        <p14:creationId xmlns:p14="http://schemas.microsoft.com/office/powerpoint/2010/main" val="1106992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C789-0B54-4D86-9B60-4EE30B619561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59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0760-FB9E-4A43-9D03-E6E1D303B0EE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73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FF0A-9760-4AFF-9B08-BF414C2B39ED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234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58143-ADDF-4116-8703-3A860CC7CD89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B507-565D-416F-8665-6EB71D14C64C}" type="datetime1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92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21BFA-C46B-48BB-BD5E-31CC79AB8E1F}" type="datetime1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50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6891-9188-4152-BD73-01FF8A467EB7}" type="datetime1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41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1FBD-8995-4E16-8A52-817C0E77CF23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8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5440-E2F7-478B-AA71-DA76981989A9}" type="datetime1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26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8A453-D1E4-49A4-A753-B11F270D6F34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12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B994-B37C-49AB-B4A7-0105E63AB419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8937F-DB19-4F69-B411-DE5192023014}" type="datetime1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THE KNOWHERE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488C1-63B2-4C73-B666-BBF5FE47A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00" b="92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7" y="577721"/>
            <a:ext cx="11120220" cy="67602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6E781F-F8E1-0213-F7D9-D20DDAD7A888}"/>
              </a:ext>
            </a:extLst>
          </p:cNvPr>
          <p:cNvSpPr txBox="1"/>
          <p:nvPr/>
        </p:nvSpPr>
        <p:spPr>
          <a:xfrm rot="10972327" flipH="1" flipV="1">
            <a:off x="3048926" y="1485562"/>
            <a:ext cx="6261335" cy="280076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8800" b="1" dirty="0" smtClean="0">
                <a:ln w="28575" cmpd="sng">
                  <a:solidFill>
                    <a:schemeClr val="bg1"/>
                  </a:solidFill>
                  <a:prstDash val="solid"/>
                </a:ln>
                <a:solidFill>
                  <a:srgbClr val="FFFF00"/>
                </a:solidFill>
              </a:rPr>
              <a:t>Learn German</a:t>
            </a:r>
            <a:endParaRPr lang="en-US" sz="8800" b="1" dirty="0">
              <a:ln w="28575" cmpd="sng">
                <a:solidFill>
                  <a:schemeClr val="bg1"/>
                </a:solidFill>
                <a:prstDash val="solid"/>
              </a:ln>
              <a:solidFill>
                <a:srgbClr val="FFFF00"/>
              </a:solidFill>
            </a:endParaRPr>
          </a:p>
        </p:txBody>
      </p:sp>
      <p:pic>
        <p:nvPicPr>
          <p:cNvPr id="5" name="Picture 4" descr="Clipart - &lt;strong&gt;Nerd&lt;/strong&gt; With Glasses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5545">
            <a:off x="6041767" y="1597575"/>
            <a:ext cx="3334730" cy="257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4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u="sng" dirty="0"/>
              <a:t>ALL IN ALL :- </a:t>
            </a:r>
            <a:endParaRPr lang="en-IN" sz="4400" u="sn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endParaRPr lang="en-US" sz="4000" dirty="0"/>
          </a:p>
          <a:p>
            <a:r>
              <a:rPr lang="en-US" sz="4000" dirty="0"/>
              <a:t>MOST IMPORTANT OR SOMEONE/SOMETHING THAT IS VERY IMPORTANT .</a:t>
            </a:r>
            <a:endParaRPr lang="en-IN" sz="4000" dirty="0"/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5219047" y="987425"/>
            <a:ext cx="6430016" cy="507719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6477">
            <a:off x="-419814" y="4066902"/>
            <a:ext cx="6092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3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8" presetClass="path" presetSubtype="0" accel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14 -0.12362 L 0.06185 0.36597 L 0.02279 -0.19075 L 0.17891 0.29838 L 0.14375 -0.26042 L 0.29636 0.23032 L 0.26107 -0.32709 L 0.41407 0.16435 L 0.37839 -0.39491 L 0.53477 0.09467 L 0.49519 -0.46343 L 0.65209 0.02662 L 0.61185 -0.53102 L 0.76875 -0.04051 L 0.73373 -0.60093 L 0.88646 -0.11088 L 0.85092 -0.66875 " pathEditMode="relative" rAng="20520000" ptsTypes="AAAAAAAAAAAAAAAAA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44" y="-995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" presetClass="exit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9095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7030A0"/>
                </a:solidFill>
              </a:rPr>
              <a:t>IN SENTENCE </a:t>
            </a:r>
            <a:endParaRPr lang="en-IN" sz="5400" b="1" dirty="0">
              <a:solidFill>
                <a:srgbClr val="7030A0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6834" l="10122" r="904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31" r="8531"/>
          <a:stretch>
            <a:fillRect/>
          </a:stretch>
        </p:blipFill>
        <p:spPr>
          <a:xfrm>
            <a:off x="5467993" y="1166791"/>
            <a:ext cx="6316442" cy="4403404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292" y="1348153"/>
            <a:ext cx="5294373" cy="5317665"/>
          </a:xfrm>
        </p:spPr>
        <p:txBody>
          <a:bodyPr>
            <a:noAutofit/>
          </a:bodyPr>
          <a:lstStyle/>
          <a:p>
            <a:r>
              <a:rPr lang="en-US" sz="3200" dirty="0"/>
              <a:t>AFTER KEEPING AN </a:t>
            </a:r>
            <a:r>
              <a:rPr lang="en-US" sz="3200" b="1" dirty="0">
                <a:solidFill>
                  <a:srgbClr val="FF0000"/>
                </a:solidFill>
              </a:rPr>
              <a:t>ARGUS EYE </a:t>
            </a:r>
            <a:r>
              <a:rPr lang="en-US" sz="3200" dirty="0"/>
              <a:t>OVER COUNTRY’S EMPLOYMENT RATE, WE HAVE CONCLUDED THAT ALMOST 70% OF YOUTH IS AT </a:t>
            </a:r>
            <a:r>
              <a:rPr lang="en-US" sz="3200" b="1" dirty="0">
                <a:solidFill>
                  <a:srgbClr val="FF0000"/>
                </a:solidFill>
              </a:rPr>
              <a:t>A LOOSE END</a:t>
            </a:r>
            <a:r>
              <a:rPr lang="en-US" sz="3200" dirty="0"/>
              <a:t>. AS COVID-19 IS AT LARGE- EVERYTHING IS </a:t>
            </a:r>
            <a:r>
              <a:rPr lang="en-US" sz="3200" b="1" dirty="0">
                <a:solidFill>
                  <a:srgbClr val="FF0000"/>
                </a:solidFill>
              </a:rPr>
              <a:t>AT SIXES AND SEVENS </a:t>
            </a:r>
            <a:r>
              <a:rPr lang="en-US" sz="3200" dirty="0"/>
              <a:t>AS </a:t>
            </a:r>
            <a:r>
              <a:rPr lang="en-US" sz="3200" b="1" dirty="0">
                <a:solidFill>
                  <a:srgbClr val="FF0000"/>
                </a:solidFill>
              </a:rPr>
              <a:t>ALL IN ALL </a:t>
            </a:r>
            <a:r>
              <a:rPr lang="en-US" sz="3200" dirty="0"/>
              <a:t>COMPANIES ARE GETTING BANKRUPT.</a:t>
            </a:r>
            <a:endParaRPr lang="en-IN" sz="3200" dirty="0"/>
          </a:p>
        </p:txBody>
      </p:sp>
      <p:grpSp>
        <p:nvGrpSpPr>
          <p:cNvPr id="6" name="Group 5"/>
          <p:cNvGrpSpPr/>
          <p:nvPr/>
        </p:nvGrpSpPr>
        <p:grpSpPr>
          <a:xfrm>
            <a:off x="9339234" y="2724797"/>
            <a:ext cx="1644200" cy="3989294"/>
            <a:chOff x="968662" y="927026"/>
            <a:chExt cx="2380595" cy="5849212"/>
          </a:xfrm>
        </p:grpSpPr>
        <p:sp>
          <p:nvSpPr>
            <p:cNvPr id="7" name="Can 6"/>
            <p:cNvSpPr/>
            <p:nvPr/>
          </p:nvSpPr>
          <p:spPr>
            <a:xfrm>
              <a:off x="2041451" y="1573621"/>
              <a:ext cx="834657" cy="1052622"/>
            </a:xfrm>
            <a:prstGeom prst="can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ardrop 7"/>
            <p:cNvSpPr/>
            <p:nvPr/>
          </p:nvSpPr>
          <p:spPr>
            <a:xfrm>
              <a:off x="1924494" y="967562"/>
              <a:ext cx="1424763" cy="882503"/>
            </a:xfrm>
            <a:prstGeom prst="teardrop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802218" y="1360967"/>
              <a:ext cx="478466" cy="48909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2041451" y="1397738"/>
              <a:ext cx="497073" cy="48909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2397642" y="1434509"/>
              <a:ext cx="478466" cy="48909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2694025" y="1360967"/>
              <a:ext cx="478466" cy="48909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2473400" y="927026"/>
              <a:ext cx="478466" cy="48909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2839226" y="937326"/>
              <a:ext cx="478466" cy="48909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898576" y="1095375"/>
              <a:ext cx="478466" cy="48909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ardrop 15"/>
            <p:cNvSpPr/>
            <p:nvPr/>
          </p:nvSpPr>
          <p:spPr>
            <a:xfrm rot="842058">
              <a:off x="2016884" y="1817972"/>
              <a:ext cx="375275" cy="294192"/>
            </a:xfrm>
            <a:prstGeom prst="teardrop">
              <a:avLst>
                <a:gd name="adj" fmla="val 76059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 w="381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Teardrop 16"/>
            <p:cNvSpPr/>
            <p:nvPr/>
          </p:nvSpPr>
          <p:spPr>
            <a:xfrm>
              <a:off x="2501309" y="1828503"/>
              <a:ext cx="375275" cy="294192"/>
            </a:xfrm>
            <a:prstGeom prst="teardrop">
              <a:avLst>
                <a:gd name="adj" fmla="val 76059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noFill/>
              </a:endParaRPr>
            </a:p>
          </p:txBody>
        </p:sp>
        <p:sp>
          <p:nvSpPr>
            <p:cNvPr id="18" name="Minus 17"/>
            <p:cNvSpPr/>
            <p:nvPr/>
          </p:nvSpPr>
          <p:spPr>
            <a:xfrm>
              <a:off x="2217553" y="1859976"/>
              <a:ext cx="457200" cy="143431"/>
            </a:xfrm>
            <a:prstGeom prst="mathMinus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ardrop 18"/>
            <p:cNvSpPr/>
            <p:nvPr/>
          </p:nvSpPr>
          <p:spPr>
            <a:xfrm>
              <a:off x="2246792" y="2326046"/>
              <a:ext cx="350875" cy="217968"/>
            </a:xfrm>
            <a:prstGeom prst="teardrop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rapezoid 19"/>
            <p:cNvSpPr/>
            <p:nvPr/>
          </p:nvSpPr>
          <p:spPr>
            <a:xfrm rot="10800000">
              <a:off x="1845413" y="3325772"/>
              <a:ext cx="1201479" cy="1703428"/>
            </a:xfrm>
            <a:prstGeom prst="trapezoid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377043" y="2826853"/>
              <a:ext cx="697280" cy="572461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Pentagon 21"/>
            <p:cNvSpPr/>
            <p:nvPr/>
          </p:nvSpPr>
          <p:spPr>
            <a:xfrm>
              <a:off x="1660326" y="2842101"/>
              <a:ext cx="808074" cy="429672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Pentagon 22"/>
            <p:cNvSpPr/>
            <p:nvPr/>
          </p:nvSpPr>
          <p:spPr>
            <a:xfrm rot="5400000">
              <a:off x="1990584" y="4345031"/>
              <a:ext cx="898106" cy="470232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845412" y="2830392"/>
              <a:ext cx="576818" cy="629106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ounded Rectangle 24"/>
            <p:cNvSpPr/>
            <p:nvPr/>
          </p:nvSpPr>
          <p:spPr>
            <a:xfrm rot="4733888">
              <a:off x="1237017" y="3512850"/>
              <a:ext cx="282422" cy="81913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151525" y="2753311"/>
              <a:ext cx="574158" cy="2975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ound Same Side Corner Rectangle 26"/>
            <p:cNvSpPr/>
            <p:nvPr/>
          </p:nvSpPr>
          <p:spPr>
            <a:xfrm>
              <a:off x="2220450" y="2640402"/>
              <a:ext cx="212652" cy="147855"/>
            </a:xfrm>
            <a:prstGeom prst="round2Same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Pentagon 27"/>
            <p:cNvSpPr/>
            <p:nvPr/>
          </p:nvSpPr>
          <p:spPr>
            <a:xfrm rot="10800000">
              <a:off x="2468400" y="2854475"/>
              <a:ext cx="808074" cy="429672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019981" y="3688715"/>
              <a:ext cx="297711" cy="82951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ound Same Side Corner Rectangle 29"/>
            <p:cNvSpPr/>
            <p:nvPr/>
          </p:nvSpPr>
          <p:spPr>
            <a:xfrm>
              <a:off x="2448147" y="2640912"/>
              <a:ext cx="212652" cy="147855"/>
            </a:xfrm>
            <a:prstGeom prst="round2Same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Trapezoid 30"/>
            <p:cNvSpPr/>
            <p:nvPr/>
          </p:nvSpPr>
          <p:spPr>
            <a:xfrm rot="10800000">
              <a:off x="2296183" y="2633468"/>
              <a:ext cx="253638" cy="386769"/>
            </a:xfrm>
            <a:prstGeom prst="trapezoi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Isosceles Triangle 31"/>
            <p:cNvSpPr/>
            <p:nvPr/>
          </p:nvSpPr>
          <p:spPr>
            <a:xfrm>
              <a:off x="2190121" y="2829482"/>
              <a:ext cx="484632" cy="130161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Pentagon 32"/>
            <p:cNvSpPr/>
            <p:nvPr/>
          </p:nvSpPr>
          <p:spPr>
            <a:xfrm rot="15574132">
              <a:off x="2701191" y="3110935"/>
              <a:ext cx="808074" cy="429672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Pentagon 33"/>
            <p:cNvSpPr/>
            <p:nvPr/>
          </p:nvSpPr>
          <p:spPr>
            <a:xfrm rot="16648395">
              <a:off x="1444311" y="3098561"/>
              <a:ext cx="808074" cy="429672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/>
            <p:cNvSpPr/>
            <p:nvPr/>
          </p:nvSpPr>
          <p:spPr>
            <a:xfrm>
              <a:off x="2091292" y="1870830"/>
              <a:ext cx="170121" cy="19873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ound Same Side Corner Rectangle 35"/>
            <p:cNvSpPr/>
            <p:nvPr/>
          </p:nvSpPr>
          <p:spPr>
            <a:xfrm>
              <a:off x="1717823" y="6530906"/>
              <a:ext cx="659219" cy="245332"/>
            </a:xfrm>
            <a:prstGeom prst="round2Same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/>
            <p:cNvSpPr/>
            <p:nvPr/>
          </p:nvSpPr>
          <p:spPr>
            <a:xfrm>
              <a:off x="2597667" y="1897779"/>
              <a:ext cx="170121" cy="19873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lowchart: Manual Operation 37"/>
            <p:cNvSpPr/>
            <p:nvPr/>
          </p:nvSpPr>
          <p:spPr>
            <a:xfrm>
              <a:off x="2370542" y="2106582"/>
              <a:ext cx="106326" cy="120919"/>
            </a:xfrm>
            <a:prstGeom prst="flowChartManualOperation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Flowchart: Alternate Process 38"/>
            <p:cNvSpPr/>
            <p:nvPr/>
          </p:nvSpPr>
          <p:spPr>
            <a:xfrm>
              <a:off x="3074323" y="4464776"/>
              <a:ext cx="233917" cy="316413"/>
            </a:xfrm>
            <a:prstGeom prst="flowChartAlternateProcess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Flowchart: Alternate Process 39"/>
            <p:cNvSpPr/>
            <p:nvPr/>
          </p:nvSpPr>
          <p:spPr>
            <a:xfrm>
              <a:off x="1643271" y="3642725"/>
              <a:ext cx="233917" cy="316413"/>
            </a:xfrm>
            <a:prstGeom prst="flowChartAlternateProcess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Flowchart: Alternate Process 40"/>
            <p:cNvSpPr/>
            <p:nvPr/>
          </p:nvSpPr>
          <p:spPr>
            <a:xfrm>
              <a:off x="2100593" y="5008592"/>
              <a:ext cx="691117" cy="148769"/>
            </a:xfrm>
            <a:prstGeom prst="flowChartAlternateProcess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ound Same Side Corner Rectangle 41"/>
            <p:cNvSpPr/>
            <p:nvPr/>
          </p:nvSpPr>
          <p:spPr>
            <a:xfrm>
              <a:off x="2560453" y="6515812"/>
              <a:ext cx="659219" cy="245332"/>
            </a:xfrm>
            <a:prstGeom prst="round2Same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Parallelogram 42"/>
            <p:cNvSpPr/>
            <p:nvPr/>
          </p:nvSpPr>
          <p:spPr>
            <a:xfrm>
              <a:off x="1911394" y="5157362"/>
              <a:ext cx="638427" cy="1490714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Parallelogram 43"/>
            <p:cNvSpPr/>
            <p:nvPr/>
          </p:nvSpPr>
          <p:spPr>
            <a:xfrm rot="10100033">
              <a:off x="2410397" y="5235650"/>
              <a:ext cx="624930" cy="1420498"/>
            </a:xfrm>
            <a:prstGeom prst="parallelogram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Trapezoid 44"/>
            <p:cNvSpPr/>
            <p:nvPr/>
          </p:nvSpPr>
          <p:spPr>
            <a:xfrm rot="10800000">
              <a:off x="2074477" y="5159148"/>
              <a:ext cx="797774" cy="376172"/>
            </a:xfrm>
            <a:prstGeom prst="trapezoid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6" name="Oval 45"/>
          <p:cNvSpPr/>
          <p:nvPr/>
        </p:nvSpPr>
        <p:spPr>
          <a:xfrm>
            <a:off x="9167598" y="4746546"/>
            <a:ext cx="255181" cy="1634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6484554" y="1762883"/>
            <a:ext cx="392424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IT’S FUN, ISN’T IT ?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6477">
            <a:off x="-419814" y="4066902"/>
            <a:ext cx="6092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3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8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44 -0.40996 L -0.00716 0.14143 L 0.05248 -0.4095 L 0.11589 0.14143 L 0.17969 -0.40926 L 0.23933 0.1412 L 0.30261 -0.40834 L 0.3629 0.14305 L 0.42618 -0.40834 L 0.48972 0.14305 L 0.54896 -0.40926 L 0.61316 0.14282 L 0.67175 -0.4095 L 0.73581 0.14305 L 0.79974 -0.40903 L 0.86003 0.14074 L 0.92318 -0.40926 " pathEditMode="relative" rAng="0" ptsTypes="AAAAAAAAAAAAAAAAA">
                                      <p:cBhvr>
                                        <p:cTn id="16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74" y="2763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8190362</TotalTime>
  <Words>76</Words>
  <Application>Microsoft Office PowerPoint</Application>
  <PresentationFormat>Widescreen</PresentationFormat>
  <Paragraphs>11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ALL IN ALL :- </vt:lpstr>
      <vt:lpstr>IN SENTENCE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IN ALL :-</dc:title>
  <dc:creator>RDSM</dc:creator>
  <cp:lastModifiedBy>rt2634393@gmail.com</cp:lastModifiedBy>
  <cp:revision>21</cp:revision>
  <dcterms:created xsi:type="dcterms:W3CDTF">2020-06-21T12:19:33Z</dcterms:created>
  <dcterms:modified xsi:type="dcterms:W3CDTF">2026-06-16T15:54:23Z</dcterms:modified>
</cp:coreProperties>
</file>