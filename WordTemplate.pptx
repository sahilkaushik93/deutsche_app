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70" d="100"/>
          <a:sy n="70" d="100"/>
        </p:scale>
        <p:origin x="504" y="-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THE KNOWHERE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A3D48-D09C-4A2F-8B66-40CACDF2A1ED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THE KNOWHERE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B6EA03-66FD-45F8-8748-AD2AA5F6A0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964071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THE KNOWHERE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DE30C-0EA8-41F7-BFCA-A2B90B2EE23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THE KNOWHERE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1A855-2E58-42D8-82BD-22FB497E6F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151643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/>
              <a:t>THE KNOWHERE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</a:t>
            </a:r>
          </a:p>
        </p:txBody>
      </p:sp>
    </p:spTree>
    <p:extLst>
      <p:ext uri="{BB962C8B-B14F-4D97-AF65-F5344CB8AC3E}">
        <p14:creationId xmlns:p14="http://schemas.microsoft.com/office/powerpoint/2010/main" val="1106992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C789-0B54-4D86-9B60-4EE30B619561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595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C0760-FB9E-4A43-9D03-E6E1D303B0EE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73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FF0A-9760-4AFF-9B08-BF414C2B39ED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234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58143-ADDF-4116-8703-3A860CC7CD89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15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B507-565D-416F-8665-6EB71D14C64C}" type="datetime1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921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21BFA-C46B-48BB-BD5E-31CC79AB8E1F}" type="datetime1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501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6891-9188-4152-BD73-01FF8A467EB7}" type="datetime1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411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1FBD-8995-4E16-8A52-817C0E77CF23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68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5440-E2F7-478B-AA71-DA76981989A9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260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8A453-D1E4-49A4-A753-B11F270D6F34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124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B994-B37C-49AB-B4A7-0105E63AB419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59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8937F-DB19-4F69-B411-DE5192023014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THE KNOWHERE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17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3034" y="457200"/>
            <a:ext cx="3932237" cy="1600200"/>
          </a:xfrm>
        </p:spPr>
        <p:txBody>
          <a:bodyPr>
            <a:normAutofit/>
          </a:bodyPr>
          <a:lstStyle/>
          <a:p>
            <a:r>
              <a:rPr lang="en-US" sz="4400" u="sng" dirty="0" smtClean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{{WORD}}</a:t>
            </a:r>
            <a:endParaRPr lang="en-IN" sz="4400" u="sng" dirty="0">
              <a:ln w="285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316623" y="3790335"/>
            <a:ext cx="5053191" cy="676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9pPr>
          </a:lstStyle>
          <a:p>
            <a:r>
              <a:rPr lang="en-US" sz="1400" dirty="0" smtClean="0"/>
              <a:t>SENTENCE</a:t>
            </a:r>
            <a:r>
              <a:rPr lang="en-US" sz="1400" dirty="0"/>
              <a:t>: </a:t>
            </a:r>
            <a:r>
              <a:rPr lang="en-US" sz="1400" dirty="0" smtClean="0"/>
              <a:t>{{GERMAN_SENTENCE</a:t>
            </a:r>
            <a:r>
              <a:rPr lang="en-US" sz="1400" dirty="0"/>
              <a:t>}}</a:t>
            </a:r>
            <a:endParaRPr lang="en-IN" sz="14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316623" y="2201363"/>
            <a:ext cx="5608146" cy="676373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MEAN: {{MEANING</a:t>
            </a:r>
            <a:r>
              <a:rPr 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}}</a:t>
            </a:r>
          </a:p>
          <a:p>
            <a:r>
              <a:rPr 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TOPIC: {{TOPIC}}</a:t>
            </a:r>
            <a:endParaRPr lang="en-IN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316623" y="3144244"/>
            <a:ext cx="5548446" cy="676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9pPr>
          </a:lstStyle>
          <a:p>
            <a:r>
              <a:rPr lang="en-US" sz="1400" dirty="0"/>
              <a:t>SYNONYMS: {{SYNONYMS}}</a:t>
            </a:r>
            <a:endParaRPr lang="en-IN" sz="1400" dirty="0"/>
          </a:p>
        </p:txBody>
      </p:sp>
      <p:sp>
        <p:nvSpPr>
          <p:cNvPr id="10" name="Text Placeholder 5"/>
          <p:cNvSpPr txBox="1">
            <a:spLocks/>
          </p:cNvSpPr>
          <p:nvPr/>
        </p:nvSpPr>
        <p:spPr>
          <a:xfrm>
            <a:off x="5183189" y="987425"/>
            <a:ext cx="6172200" cy="4873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{{IMAGE}}</a:t>
            </a:r>
            <a:endParaRPr lang="en-IN" sz="18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Text Placeholder 5"/>
          <p:cNvSpPr txBox="1">
            <a:spLocks/>
          </p:cNvSpPr>
          <p:nvPr/>
        </p:nvSpPr>
        <p:spPr>
          <a:xfrm>
            <a:off x="340167" y="404885"/>
            <a:ext cx="5608146" cy="676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DIFFICULTY: {{DIFFICULTY}}</a:t>
            </a:r>
            <a:endParaRPr lang="en-IN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Text Placeholder 5"/>
          <p:cNvSpPr txBox="1">
            <a:spLocks/>
          </p:cNvSpPr>
          <p:nvPr/>
        </p:nvSpPr>
        <p:spPr>
          <a:xfrm>
            <a:off x="316623" y="4469644"/>
            <a:ext cx="5053191" cy="676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9pPr>
          </a:lstStyle>
          <a:p>
            <a:r>
              <a:rPr lang="en-US" sz="1400" dirty="0" smtClean="0"/>
              <a:t>TRANSLATION: {{ENGLISH_TRANSLATION}}</a:t>
            </a:r>
            <a:endParaRPr lang="en-IN" sz="1400" dirty="0"/>
          </a:p>
        </p:txBody>
      </p:sp>
      <p:sp>
        <p:nvSpPr>
          <p:cNvPr id="16" name="Text Placeholder 5"/>
          <p:cNvSpPr txBox="1">
            <a:spLocks/>
          </p:cNvSpPr>
          <p:nvPr/>
        </p:nvSpPr>
        <p:spPr>
          <a:xfrm>
            <a:off x="316623" y="5396470"/>
            <a:ext cx="5053191" cy="676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9pPr>
          </a:lstStyle>
          <a:p>
            <a:r>
              <a:rPr lang="en-US" sz="1400" dirty="0" smtClean="0"/>
              <a:t>TIP : {{MEMORY_TIP}}</a:t>
            </a:r>
            <a:endParaRPr lang="en-IN"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6477">
            <a:off x="-450920" y="4538719"/>
            <a:ext cx="6092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3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path" presetSubtype="0" accel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414 -0.12362 L 0.06185 0.36597 L 0.02279 -0.19075 L 0.17891 0.29838 L 0.14375 -0.26042 L 0.29636 0.23032 L 0.26107 -0.32709 L 0.41407 0.16435 L 0.37839 -0.39491 L 0.53477 0.09467 L 0.49519 -0.46343 L 0.65209 0.02662 L 0.61185 -0.53102 L 0.76875 -0.04051 L 0.73373 -0.60093 L 0.88646 -0.11088 L 0.85092 -0.66875 " pathEditMode="relative" rAng="20520000" ptsTypes="AAAAAAAAAAAA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44" y="-99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" presetClass="exit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8190487</TotalTime>
  <Words>45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{{WORD}}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IN ALL :-</dc:title>
  <dc:creator>RDSM</dc:creator>
  <cp:lastModifiedBy>rt2634393@gmail.com</cp:lastModifiedBy>
  <cp:revision>35</cp:revision>
  <dcterms:created xsi:type="dcterms:W3CDTF">2020-06-21T12:19:33Z</dcterms:created>
  <dcterms:modified xsi:type="dcterms:W3CDTF">2026-06-16T18:00:35Z</dcterms:modified>
</cp:coreProperties>
</file>